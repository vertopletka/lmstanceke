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Outfit Medium" charset="0"/>
      <p:regular r:id="rId9"/>
    </p:embeddedFon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IBM Plex Sans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-330" y="-10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315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Проект «Tancheke»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31005"/>
            <a:ext cx="878216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Разработка аркадного шутера на Python</a:t>
            </a:r>
            <a:endParaRPr lang="en-US" sz="35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65627" y="7312066"/>
            <a:ext cx="2064774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38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Проект «Tancheke»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23373"/>
            <a:ext cx="878216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Разработка аркадного шутера на Python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3130510"/>
            <a:ext cx="4196358" cy="1322189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8224" y="33649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Язык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85536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3.10+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130510"/>
            <a:ext cx="4196358" cy="1322189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51396" y="33649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Библиотека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385536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Arcade (на базе OpenGL)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130510"/>
            <a:ext cx="4196358" cy="1322189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874568" y="33649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Жанр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385536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Grid-based Action / Shooter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479286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A2B9F9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Основные фичи: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793790" y="55583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Разрушаемое окружение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0005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противников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64427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Boss Fight</a:t>
            </a:r>
            <a:endParaRPr lang="en-US" sz="175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17316" y="7315200"/>
            <a:ext cx="1813084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7201"/>
            <a:ext cx="66890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Геймплейные механики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16706"/>
            <a:ext cx="532578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Механика и управление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3123843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3310" y="3123843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A2B9F9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381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DF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Grid Movement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871555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Перемещение персонажа строго </a:t>
            </a:r>
            <a:r>
              <a:rPr lang="en-US" sz="1750" dirty="0" err="1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750" dirty="0" err="1" smtClean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ячейкам</a:t>
            </a:r>
            <a:r>
              <a:rPr lang="ru-RU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123843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98067" y="3123843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A2B9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381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6FF4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Push System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387155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Возможность толкать ящики, используя их как мобильное укрытие.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081468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3310" y="5081468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A2B9F9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338763"/>
            <a:ext cx="32171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095F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Destructible Environment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2524" y="5829181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Система прочности объектов (HP у ящиков) с визуальной сменой текстур.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081468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98067" y="5081468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A2B9F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CA9C7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Power-ups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7282" y="5829181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Шанс выпадения дополнительной жизни при уничтожении препятствий.</a:t>
            </a:r>
            <a:endParaRPr lang="en-US" sz="1750" dirty="0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17316" y="7315200"/>
            <a:ext cx="1813084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4718"/>
            <a:ext cx="90974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Программная архитектура (ООП)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4223"/>
            <a:ext cx="561320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Реализация через классы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48817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A2B9F9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GridTank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14027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Базовый класс для игрока и врагов (логика движения, поворотов и анимации).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9289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24DF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Barrel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93790" y="574500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Класс интерактивных объектов с обработкой урона и физикой смещения.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48817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6FF4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Particle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414027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Система визуальных эффектов на основе циклов жизни спрайтов.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09289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CA9C7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FloatingText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599521" y="574500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Класс для динамического UI (всплывающие уведомления в игровом мире).</a:t>
            </a:r>
            <a:endParaRPr lang="en-US" sz="1750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17316" y="7315200"/>
            <a:ext cx="1813084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7165"/>
            <a:ext cx="110612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Искусственный интеллект и математика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26669"/>
            <a:ext cx="689717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Логика противников и расчеты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83380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188851"/>
            <a:ext cx="6407944" cy="3048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3631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smtClean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Enemy AI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853577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Автоматический выбор направления движения при столкновении с преградой.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28548" y="283380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188851"/>
            <a:ext cx="6408063" cy="3048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0" name="Text 8"/>
          <p:cNvSpPr/>
          <p:nvPr/>
        </p:nvSpPr>
        <p:spPr>
          <a:xfrm>
            <a:off x="7428548" y="3363158"/>
            <a:ext cx="34457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Raycasting (упрощенный)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28548" y="3853577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Проверка линии огня для автоматической стрельбы по игроку.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08956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A2B9F9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Математика Босса: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793790" y="58550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Вычисление вектора атаки через math.atan2.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62972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Алгоритм веерной стрельбы (Fan Shot) с распределением снарядов по углам.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7394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Плавная интерполяция (Lerp) для движения камеры и зума.</a:t>
            </a:r>
            <a:endParaRPr lang="en-US" sz="1750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17316" y="7315200"/>
            <a:ext cx="1813084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1584"/>
            <a:ext cx="94347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Работа с данными и визуализация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41088"/>
            <a:ext cx="564094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Техническое наполнение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37986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DF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Persistence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28910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Хранение и обновление рекордов в текстовом файле record.txt.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235893" y="37986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6FF4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Tile Maps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428910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Генерация уровней на основе матричных данных (списки списков).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677995" y="37986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CA9C7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Visual FX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428910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Взрывы с использованием системы частиц.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9677995" y="509420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Плавное масштабирование камеры при переключении режимов (клавиша F).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9677995" y="626221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Динамическое отображение HP над объектами.</a:t>
            </a:r>
            <a:endParaRPr lang="en-US" sz="1750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17316" y="7315200"/>
            <a:ext cx="1813084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274</Words>
  <Application>Microsoft Office PowerPoint</Application>
  <PresentationFormat>Произвольный</PresentationFormat>
  <Paragraphs>62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Outfit Medium</vt:lpstr>
      <vt:lpstr>Calibri</vt:lpstr>
      <vt:lpstr>IBM Plex Sans</vt:lpstr>
      <vt:lpstr>Outfit Light</vt:lpstr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Varis</dc:creator>
  <cp:lastModifiedBy>ivano</cp:lastModifiedBy>
  <cp:revision>3</cp:revision>
  <dcterms:created xsi:type="dcterms:W3CDTF">2026-01-25T19:10:12Z</dcterms:created>
  <dcterms:modified xsi:type="dcterms:W3CDTF">2026-01-25T19:48:34Z</dcterms:modified>
</cp:coreProperties>
</file>